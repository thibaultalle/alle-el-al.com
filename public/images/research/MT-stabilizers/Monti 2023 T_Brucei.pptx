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08E82743-E757-4FF2-81BF-EE000B7782B8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9916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Kaplan–Meier curves for survival of T. brucei‐infected mice treated with TPDs. Female BALB/C mice were infected i. p. with 1×105 T. b. brucei Lister 427 parasites. On day 2 post‐infection, when parasitemia was established, mice were divided into groups of five and treated with an i. p. injection of (A) 4 mg/kg pentamidine (green), or 5 mg/kg (orange), 7.5 mg/kg (red) or 10 mg/kg (blue) of 3 (B) or 4 (C). Black lines in each panel indicate the survival of infected mice treated with vehicle alone. An additional dose of TPD 3 or 4, as indicated in the text, was administered on day 9 post‐infection (▾) when parasitemia was detected. Asterisks (*) indicate the presence of blood parasitemia at the end of the study (days 15 and 16 post‐infection for 3 and 4, respectively; see Tables S3–S5).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Structure‐Activity Relationships, Tolerability and Efficacy of Microtubule‐Active 1,2,4‐Triazolo[1,5‐a]pyrimidines as Potential Candidates to Treat Human African Trypanosomiasis**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ChemMedChem, Volume: 18, Issue: 20, First published: 10 July 2023, DOI: (10.1002/cmdc.202300193)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1422360" y="1740240"/>
            <a:ext cx="6350040" cy="185364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