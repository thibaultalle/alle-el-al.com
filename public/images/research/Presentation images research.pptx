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EC4DB-B181-4BD0-8280-62D77809F9D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2035D-AED1-4984-88A7-2F8B22B8F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4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2035D-AED1-4984-88A7-2F8B22B8FA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31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63D5-5A70-B28E-FAE1-D46282647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1ED7A-17C6-11B0-0511-0E89F437E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3FD03-15F9-6810-A46E-4ACAB659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432F-86C7-B193-8830-C544D0B17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CCDFE-FFB2-041B-1EAB-A6FFECE8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7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C5F1-076C-5B29-06A0-A957A7EBE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E603-1857-B6B1-8E56-B824191AF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7C16-8AF4-6C10-8224-47EFE213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47CC9-96D7-B0C3-2F45-72D65DA4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50087-DDA6-BE76-0E10-F6107676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0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9156-C95E-2DCD-835B-6D550B8F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8FC2-5318-E3FF-7C98-D20273F8E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9ACA-27CA-BC04-AB84-FB03D347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E0140-4E5E-DEA3-A2D3-AAEDEDB4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8E1B2-1F4A-23E4-8C39-8ECB366D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82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0305-2FC3-C242-B006-EEA71A9B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7B585-A505-CD91-A4B0-49A28B4DC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9D833-BB6E-3522-0FA7-B91B7F3F6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4B71E-DF6E-62E7-1D1D-616EB346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D2FC3-1B09-683E-1D0A-B2743BF1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CC4E0-4EC0-2078-B243-3714A36C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0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35E6-65DE-B472-1854-EA393E62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B2FAB-856A-D83E-07AB-35AD2E7DF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08C69-EFE6-B660-6C47-1721244BC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943C8-1F35-0BA2-0C97-99D3C492A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A3BF8-D3A1-BCBB-4644-22619E175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DF835-E190-649E-058D-D489A0BF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BF140-4528-5912-4FD8-C6FF569E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99248B-BA89-FCE5-FDE0-3010F986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26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5AFD9-C67F-1D9D-6A9A-8D6C1FBD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8A40C-F7E7-3E61-C2E6-1BC4FB03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89321-4801-BED2-8342-40EF221A0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D45D-53FA-2E9E-EB23-0EBF7ABE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48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8D3FB-855B-7EF3-B718-B4BF139D4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91B39-00E9-2E10-E86F-36073A15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D6EE3-451D-C8D4-C573-F3B54F5A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2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A30D-F1EE-91C1-E573-B48F79F2B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9F5D9-AD5F-F3A8-BAED-EF67588C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69849-47C3-D458-A7A9-FE4953601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41AE1-B075-E83A-AEB0-2A511BFA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F48D5-B81F-F563-384F-04F067BA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C2599-2B3A-CCAB-26AF-4161EC84F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2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BA7A-352A-FC62-04CE-50E06140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0A74B-86B6-E5D4-519E-30D00B622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3E816-08F7-89A1-BB9D-946E3059A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175E2-3A8E-89BB-8464-8DD40FEA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5CF23-FD4B-3A21-8107-E25A553A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E3E29-0B35-7730-4DCD-56DE408F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2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3170-BA7D-0BD5-FF6E-3114E37C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D5587-8B06-7886-C80F-FB90E2440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A0F91-63A7-FF6C-F78B-A5C947455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6A6CF-4BE3-6F7E-A1AE-9EBCB4E6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127E5-BDB7-B3FC-7256-A66BA3A7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9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0EEAB7-0D4E-2890-0095-3FCF66C88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CA95C-730D-B1D8-C7DF-4B9D8E2E2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021B6-299D-696A-73C1-2B8B8F12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DFA5A-6B76-1694-4F00-C0A6E990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45621-3DEB-1C77-63EB-B2884575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2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D34F7-4FED-DD34-65F2-5E41823A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C5A23-3A62-CD2F-F663-EE2DAC8C4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4DC-21D5-2F9F-C3B3-C9933B04F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23FE4-8A2B-421B-B341-C9148B98C58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51DCF-9C20-C0BC-0F18-A9ABDE42D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77027-8D59-1719-9262-1A3A069B6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425FC6-E167-42E7-ACC8-4287F0D3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1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A97B02-B58A-314E-0663-2055EEF23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238" y="319622"/>
            <a:ext cx="7125412" cy="59354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A0FE41-93FA-E10C-AFBB-89777E9F03DB}"/>
              </a:ext>
            </a:extLst>
          </p:cNvPr>
          <p:cNvSpPr/>
          <p:nvPr/>
        </p:nvSpPr>
        <p:spPr>
          <a:xfrm>
            <a:off x="2532888" y="319622"/>
            <a:ext cx="1892808" cy="14821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0C328B-8791-DFA2-22BA-22A19FEAF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420" y="383239"/>
            <a:ext cx="1318878" cy="1024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1544E0-3E18-0CE6-8B1E-416AD15E4FE5}"/>
              </a:ext>
            </a:extLst>
          </p:cNvPr>
          <p:cNvSpPr txBox="1"/>
          <p:nvPr/>
        </p:nvSpPr>
        <p:spPr>
          <a:xfrm>
            <a:off x="2647238" y="233579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81152F-BFD9-64D3-F1B8-F2C9AACDB539}"/>
              </a:ext>
            </a:extLst>
          </p:cNvPr>
          <p:cNvSpPr txBox="1"/>
          <p:nvPr/>
        </p:nvSpPr>
        <p:spPr>
          <a:xfrm>
            <a:off x="2419350" y="1389177"/>
            <a:ext cx="245701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CNDR-51997</a:t>
            </a:r>
          </a:p>
          <a:p>
            <a:pPr algn="ctr"/>
            <a:r>
              <a:rPr lang="en-US" sz="1400" dirty="0"/>
              <a:t>LogD</a:t>
            </a:r>
            <a:r>
              <a:rPr lang="en-US" sz="1400" baseline="-25000" dirty="0"/>
              <a:t>7.4 </a:t>
            </a:r>
            <a:r>
              <a:rPr lang="en-US" sz="1400" dirty="0"/>
              <a:t>: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3.6</a:t>
            </a:r>
            <a:r>
              <a:rPr lang="en-US" sz="1400" dirty="0"/>
              <a:t> </a:t>
            </a:r>
          </a:p>
          <a:p>
            <a:pPr algn="ctr"/>
            <a:r>
              <a:rPr lang="en-US" sz="1400" dirty="0"/>
              <a:t>B/P : </a:t>
            </a:r>
            <a:r>
              <a:rPr lang="en-US" sz="1400" dirty="0">
                <a:solidFill>
                  <a:schemeClr val="accent6"/>
                </a:solidFill>
              </a:rPr>
              <a:t>0.7</a:t>
            </a:r>
          </a:p>
          <a:p>
            <a:pPr algn="ctr"/>
            <a:r>
              <a:rPr lang="en-US" sz="1400" dirty="0"/>
              <a:t>Oral Bioavailability : </a:t>
            </a:r>
            <a:r>
              <a:rPr lang="en-US" sz="1400" dirty="0">
                <a:solidFill>
                  <a:schemeClr val="accent6"/>
                </a:solidFill>
              </a:rPr>
              <a:t>F=76%</a:t>
            </a:r>
          </a:p>
          <a:p>
            <a:pPr algn="ctr"/>
            <a:r>
              <a:rPr lang="en-US" sz="1400" dirty="0"/>
              <a:t>Half life in brain : </a:t>
            </a:r>
            <a:r>
              <a:rPr lang="en-US" sz="1400" dirty="0">
                <a:solidFill>
                  <a:srgbClr val="FF0000"/>
                </a:solidFill>
              </a:rPr>
              <a:t>1.8 h</a:t>
            </a:r>
          </a:p>
          <a:p>
            <a:pPr algn="ctr"/>
            <a:r>
              <a:rPr lang="en-US" sz="1400" dirty="0"/>
              <a:t>MED : </a:t>
            </a:r>
            <a:r>
              <a:rPr lang="en-US" sz="1400" dirty="0">
                <a:solidFill>
                  <a:schemeClr val="accent6"/>
                </a:solidFill>
              </a:rPr>
              <a:t>1 mg.kg</a:t>
            </a:r>
            <a:r>
              <a:rPr lang="en-US" sz="1400" baseline="30000" dirty="0">
                <a:solidFill>
                  <a:schemeClr val="accent6"/>
                </a:solidFill>
              </a:rPr>
              <a:t>-1</a:t>
            </a:r>
          </a:p>
          <a:p>
            <a:pPr algn="ctr"/>
            <a:r>
              <a:rPr lang="en-US" sz="1400" dirty="0"/>
              <a:t>MTD :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chemeClr val="accent6"/>
                </a:solidFill>
              </a:rPr>
              <a:t>20 mg.kg</a:t>
            </a:r>
            <a:r>
              <a:rPr lang="en-US" sz="1400" baseline="30000" dirty="0">
                <a:solidFill>
                  <a:schemeClr val="accent6"/>
                </a:solidFill>
              </a:rPr>
              <a:t>-1</a:t>
            </a:r>
            <a:endParaRPr lang="en-US" sz="1400" dirty="0"/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75654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44422-1D8A-8559-BE82-0AA6C618C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70" y="1057275"/>
            <a:ext cx="11161176" cy="325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2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52C93A-4FF2-1C16-9DED-0BDF1BBAC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2" y="1504950"/>
            <a:ext cx="12114026" cy="3790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E96215-09D1-6413-858E-309C99D49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562101"/>
            <a:ext cx="4343400" cy="118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727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E5C172-7D8C-0896-47CF-927B6BC76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322" y="1480241"/>
            <a:ext cx="6721678" cy="3897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E129B9-A9FA-D1B5-6063-82A299F57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7" y="530504"/>
            <a:ext cx="5362575" cy="546165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FF63BD-31AE-0A97-4FDB-A01992B72768}"/>
              </a:ext>
            </a:extLst>
          </p:cNvPr>
          <p:cNvSpPr/>
          <p:nvPr/>
        </p:nvSpPr>
        <p:spPr>
          <a:xfrm>
            <a:off x="542925" y="685800"/>
            <a:ext cx="819150" cy="1800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C1C8C-FCFE-AA08-BAD4-F3488BF532CC}"/>
              </a:ext>
            </a:extLst>
          </p:cNvPr>
          <p:cNvSpPr txBox="1"/>
          <p:nvPr/>
        </p:nvSpPr>
        <p:spPr>
          <a:xfrm>
            <a:off x="457200" y="635011"/>
            <a:ext cx="18261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latin typeface="Arial" panose="020B0604020202020204" pitchFamily="34" charset="0"/>
                <a:cs typeface="Arial" panose="020B0604020202020204" pitchFamily="34" charset="0"/>
              </a:rPr>
              <a:t>Ballatore lab historical work  </a:t>
            </a:r>
          </a:p>
        </p:txBody>
      </p:sp>
    </p:spTree>
    <p:extLst>
      <p:ext uri="{BB962C8B-B14F-4D97-AF65-F5344CB8AC3E}">
        <p14:creationId xmlns:p14="http://schemas.microsoft.com/office/powerpoint/2010/main" val="213940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69A07C-F9DB-4195-6B98-E1A4303B7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07" y="783233"/>
            <a:ext cx="5725173" cy="527744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15F4435-31D5-FF75-96C8-B4A04FB4E4A6}"/>
              </a:ext>
            </a:extLst>
          </p:cNvPr>
          <p:cNvGrpSpPr/>
          <p:nvPr/>
        </p:nvGrpSpPr>
        <p:grpSpPr>
          <a:xfrm>
            <a:off x="6209805" y="582893"/>
            <a:ext cx="5935683" cy="5477788"/>
            <a:chOff x="6381284" y="585090"/>
            <a:chExt cx="5935683" cy="54777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012FE48-7574-C2B8-CB51-603E14B0C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1284" y="585090"/>
              <a:ext cx="5935683" cy="5477788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DBE46DE-2648-702F-15A5-200108A44453}"/>
                </a:ext>
              </a:extLst>
            </p:cNvPr>
            <p:cNvSpPr/>
            <p:nvPr/>
          </p:nvSpPr>
          <p:spPr>
            <a:xfrm>
              <a:off x="9098280" y="1021446"/>
              <a:ext cx="2761488" cy="173736"/>
            </a:xfrm>
            <a:prstGeom prst="rect">
              <a:avLst/>
            </a:prstGeom>
            <a:solidFill>
              <a:srgbClr val="E7E7E7"/>
            </a:solidFill>
            <a:ln>
              <a:solidFill>
                <a:srgbClr val="E7E7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923F77E-3268-EBCD-D100-214566577E0B}"/>
                </a:ext>
              </a:extLst>
            </p:cNvPr>
            <p:cNvSpPr txBox="1"/>
            <p:nvPr/>
          </p:nvSpPr>
          <p:spPr>
            <a:xfrm>
              <a:off x="8641584" y="1003155"/>
              <a:ext cx="9133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err="1"/>
                <a:t>cystamine</a:t>
              </a:r>
              <a:endParaRPr lang="en-US" sz="1200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121916-3374-E846-CA02-8CEEE38D2925}"/>
                </a:ext>
              </a:extLst>
            </p:cNvPr>
            <p:cNvSpPr txBox="1"/>
            <p:nvPr/>
          </p:nvSpPr>
          <p:spPr>
            <a:xfrm>
              <a:off x="9726455" y="1003154"/>
              <a:ext cx="11570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D2</a:t>
              </a:r>
              <a:r>
                <a:rPr lang="en-US" sz="1200" b="1" dirty="0"/>
                <a:t>-cystamine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835321-53CF-0644-1DAE-755C9B36D7E7}"/>
                </a:ext>
              </a:extLst>
            </p:cNvPr>
            <p:cNvSpPr txBox="1"/>
            <p:nvPr/>
          </p:nvSpPr>
          <p:spPr>
            <a:xfrm>
              <a:off x="11069528" y="1003154"/>
              <a:ext cx="11570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D4</a:t>
              </a:r>
              <a:r>
                <a:rPr lang="en-US" sz="1200" b="1" dirty="0"/>
                <a:t>-cystamine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85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46</Words>
  <Application>Microsoft Office PowerPoint</Application>
  <PresentationFormat>Widescreen</PresentationFormat>
  <Paragraphs>13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Thibault Alle</dc:creator>
  <cp:lastModifiedBy>Thibault Alle</cp:lastModifiedBy>
  <cp:revision>2</cp:revision>
  <dcterms:created xsi:type="dcterms:W3CDTF">2026-06-23T17:10:47Z</dcterms:created>
  <dcterms:modified xsi:type="dcterms:W3CDTF">2026-06-24T23:09:25Z</dcterms:modified>
</cp:coreProperties>
</file>